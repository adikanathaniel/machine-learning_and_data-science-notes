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65" r:id="rId4"/>
    <p:sldId id="263"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849" autoAdjust="0"/>
  </p:normalViewPr>
  <p:slideViewPr>
    <p:cSldViewPr snapToGrid="0">
      <p:cViewPr>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Power BI is a comprehensive business analytics tool developed by Microsoft. It’s designed to help businesses convert raw data into insightful, interactive reports and dashboards. By using Power BI, users can easily visualize data, share their findings within an organization, or even embed these insights into external applications or websites. The main purpose of Power BI is to provide business intelligence (BI), which allows users to make data-driven decisions based on visualized insights.</a:t>
            </a:r>
          </a:p>
          <a:p>
            <a:pPr>
              <a:buNone/>
            </a:pPr>
            <a:r>
              <a:rPr lang="en-US" b="1" dirty="0"/>
              <a:t>When to Use Power BI?</a:t>
            </a:r>
          </a:p>
          <a:p>
            <a:pPr>
              <a:buNone/>
            </a:pPr>
            <a:r>
              <a:rPr lang="en-US" dirty="0"/>
              <a:t>Power BI is ideal for organizations already using Microsoft products like Excel, Azure, and SharePoint because of its seamless integration. It is especially useful for businesses that need to transform raw data into interactive insights through dynamic dashboards and reports. Power BI is cost-effective, which makes it a great choice for small to medium-sized organizations looking for a scalable solution that doesn’t break the budget. The tool is particularly helpful when real-time data analysis is needed, as it supports live data streaming.</a:t>
            </a:r>
          </a:p>
          <a:p>
            <a:pPr>
              <a:buNone/>
            </a:pPr>
            <a:r>
              <a:rPr lang="en-US" b="1" dirty="0"/>
              <a:t>Advantages of Power BI:</a:t>
            </a:r>
          </a:p>
          <a:p>
            <a:pPr>
              <a:buFont typeface="+mj-lt"/>
              <a:buAutoNum type="arabicPeriod"/>
            </a:pPr>
            <a:r>
              <a:rPr lang="en-US" b="1" dirty="0"/>
              <a:t>Cost-effective</a:t>
            </a:r>
            <a:r>
              <a:rPr lang="en-US" dirty="0"/>
              <a:t>: Power BI has a free version that includes many useful features, while the Pro version is competitively priced, making it affordable for businesses of all sizes.</a:t>
            </a:r>
          </a:p>
          <a:p>
            <a:pPr>
              <a:buFont typeface="+mj-lt"/>
              <a:buAutoNum type="arabicPeriod"/>
            </a:pPr>
            <a:r>
              <a:rPr lang="en-US" b="1" dirty="0"/>
              <a:t>Integration with Microsoft Products</a:t>
            </a:r>
            <a:r>
              <a:rPr lang="en-US" dirty="0"/>
              <a:t>: Power BI integrates smoothly with Microsoft products like Excel, Azure, and SharePoint, which makes it easy for organizations already within the Microsoft ecosystem.</a:t>
            </a:r>
          </a:p>
          <a:p>
            <a:pPr>
              <a:buFont typeface="+mj-lt"/>
              <a:buAutoNum type="arabicPeriod"/>
            </a:pPr>
            <a:r>
              <a:rPr lang="en-US" b="1" dirty="0"/>
              <a:t>User-friendly</a:t>
            </a:r>
            <a:r>
              <a:rPr lang="en-US" dirty="0"/>
              <a:t>: Power BI is known for its intuitive interface, which makes it accessible to both beginners and experienced users.</a:t>
            </a:r>
          </a:p>
          <a:p>
            <a:pPr>
              <a:buFont typeface="+mj-lt"/>
              <a:buAutoNum type="arabicPeriod"/>
            </a:pPr>
            <a:r>
              <a:rPr lang="en-US" b="1" dirty="0"/>
              <a:t>Real-time data access</a:t>
            </a:r>
            <a:r>
              <a:rPr lang="en-US" dirty="0"/>
              <a:t>: The tool allows businesses to access live data streams, enabling instant decision-making based on current data.</a:t>
            </a:r>
          </a:p>
          <a:p>
            <a:pPr>
              <a:buFont typeface="+mj-lt"/>
              <a:buAutoNum type="arabicPeriod"/>
            </a:pPr>
            <a:r>
              <a:rPr lang="en-US" b="1" dirty="0"/>
              <a:t>Customizable reports</a:t>
            </a:r>
            <a:r>
              <a:rPr lang="en-US" dirty="0"/>
              <a:t>: Power BI offers a high level of flexibility, allowing users to create custom reports and dashboards tailored to their specific business needs.</a:t>
            </a:r>
          </a:p>
          <a:p>
            <a:pPr>
              <a:buNone/>
            </a:pPr>
            <a:r>
              <a:rPr lang="en-US" b="1" dirty="0"/>
              <a:t>Disadvantages of Power BI:</a:t>
            </a:r>
          </a:p>
          <a:p>
            <a:pPr>
              <a:buFont typeface="+mj-lt"/>
              <a:buAutoNum type="arabicPeriod"/>
            </a:pPr>
            <a:r>
              <a:rPr lang="en-US" b="1" dirty="0"/>
              <a:t>Limited Data Preparation Tools</a:t>
            </a:r>
            <a:r>
              <a:rPr lang="en-US" dirty="0"/>
              <a:t>: While Power BI is excellent for visualizing data, its data preparation features are not as powerful or extensive as some other BI tools.</a:t>
            </a:r>
          </a:p>
          <a:p>
            <a:pPr>
              <a:buFont typeface="+mj-lt"/>
              <a:buAutoNum type="arabicPeriod"/>
            </a:pPr>
            <a:r>
              <a:rPr lang="en-US" b="1" dirty="0"/>
              <a:t>Steep Learning Curve for Advanced Features</a:t>
            </a:r>
            <a:r>
              <a:rPr lang="en-US" dirty="0"/>
              <a:t>: For users who want to utilize Power BI’s more advanced features, the learning process can be challenging, requiring a significant investment of time.</a:t>
            </a:r>
          </a:p>
          <a:p>
            <a:pPr>
              <a:buFont typeface="+mj-lt"/>
              <a:buAutoNum type="arabicPeriod"/>
            </a:pPr>
            <a:r>
              <a:rPr lang="en-US" b="1" dirty="0"/>
              <a:t>Limited Mobile Experience</a:t>
            </a:r>
            <a:r>
              <a:rPr lang="en-US" dirty="0"/>
              <a:t>: Although Power BI offers a mobile version, its mobile interface does not provide the same smooth experience as the desktop version.</a:t>
            </a:r>
          </a:p>
          <a:p>
            <a:pPr>
              <a:buFont typeface="+mj-lt"/>
              <a:buAutoNum type="arabicPeriod"/>
            </a:pPr>
            <a:r>
              <a:rPr lang="en-US" b="1" dirty="0"/>
              <a:t>Data Volume Restrictions</a:t>
            </a:r>
            <a:r>
              <a:rPr lang="en-US" dirty="0"/>
              <a:t>: The free version of Power BI comes with data limits, and larger datasets may require additional infrastructure or the premium version.</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926A5-A240-D9F6-E17F-9D3B04914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6EF9ED-A98D-E48F-6179-1D6530986B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305E8-6EC9-1EBE-E700-526024099A5C}"/>
              </a:ext>
            </a:extLst>
          </p:cNvPr>
          <p:cNvSpPr>
            <a:spLocks noGrp="1"/>
          </p:cNvSpPr>
          <p:nvPr>
            <p:ph type="body" idx="1"/>
          </p:nvPr>
        </p:nvSpPr>
        <p:spPr/>
        <p:txBody>
          <a:bodyPr/>
          <a:lstStyle/>
          <a:p>
            <a:pPr>
              <a:buNone/>
            </a:pPr>
            <a:r>
              <a:rPr lang="en-US" dirty="0"/>
              <a:t>Tableau is a powerful data visualization tool that helps users to see and understand their data through interactive and visually appealing dashboards, charts, and graphs. It can connect to a wide range of data sources and create stunning visualizations that support decision-making. Tableau is particularly well-suited for data exploration and analysis, allowing users to explore data in-depth by creating complex visualizations from vast datasets.</a:t>
            </a:r>
          </a:p>
          <a:p>
            <a:pPr>
              <a:buNone/>
            </a:pPr>
            <a:r>
              <a:rPr lang="en-US" b="1" dirty="0"/>
              <a:t>When to Use Tableau?</a:t>
            </a:r>
          </a:p>
          <a:p>
            <a:pPr>
              <a:buNone/>
            </a:pPr>
            <a:r>
              <a:rPr lang="en-US" dirty="0"/>
              <a:t>Tableau is best used when handling complex data visualization needs, especially when working with large datasets. It is an excellent tool for companies that require advanced visual analytics and wish to create interactive dashboards. Due to its scalability, Tableau is particularly beneficial for large enterprises with vast amounts of data that need efficient visualization and analysis. The tool’s ability to handle data at scale makes it ideal for organizations that need to analyze big data and uncover trends or insights from large datasets.</a:t>
            </a:r>
          </a:p>
          <a:p>
            <a:pPr>
              <a:buNone/>
            </a:pPr>
            <a:r>
              <a:rPr lang="en-US" b="1" dirty="0"/>
              <a:t>Advantages of Tableau:</a:t>
            </a:r>
          </a:p>
          <a:p>
            <a:pPr>
              <a:buFont typeface="+mj-lt"/>
              <a:buAutoNum type="arabicPeriod"/>
            </a:pPr>
            <a:r>
              <a:rPr lang="en-US" b="1" dirty="0"/>
              <a:t>Rich Visualization Options</a:t>
            </a:r>
            <a:r>
              <a:rPr lang="en-US" dirty="0"/>
              <a:t>: Tableau offers a variety of advanced visualization features such as heat maps, scatter plots, and waterfall charts that help users create intricate visual displays of their data.</a:t>
            </a:r>
          </a:p>
          <a:p>
            <a:pPr>
              <a:buFont typeface="+mj-lt"/>
              <a:buAutoNum type="arabicPeriod"/>
            </a:pPr>
            <a:r>
              <a:rPr lang="en-US" b="1" dirty="0"/>
              <a:t>Ease of Use</a:t>
            </a:r>
            <a:r>
              <a:rPr lang="en-US" dirty="0"/>
              <a:t>: The drag-and-drop interface makes it simple for beginners to start creating visualizations without needing to code or have prior technical knowledge.</a:t>
            </a:r>
          </a:p>
          <a:p>
            <a:pPr>
              <a:buFont typeface="+mj-lt"/>
              <a:buAutoNum type="arabicPeriod"/>
            </a:pPr>
            <a:r>
              <a:rPr lang="en-US" b="1" dirty="0"/>
              <a:t>Powerful Data Handling</a:t>
            </a:r>
            <a:r>
              <a:rPr lang="en-US" dirty="0"/>
              <a:t>: Tableau is designed to handle large datasets efficiently, making it a great choice for businesses that need to manage and analyze big data.</a:t>
            </a:r>
          </a:p>
          <a:p>
            <a:pPr>
              <a:buFont typeface="+mj-lt"/>
              <a:buAutoNum type="arabicPeriod"/>
            </a:pPr>
            <a:r>
              <a:rPr lang="en-US" b="1" dirty="0"/>
              <a:t>Real-time Data Analysis</a:t>
            </a:r>
            <a:r>
              <a:rPr lang="en-US" dirty="0"/>
              <a:t>: Tableau supports real-time data analysis, enabling users to update visualizations instantly as new data is added.</a:t>
            </a:r>
          </a:p>
          <a:p>
            <a:pPr>
              <a:buFont typeface="+mj-lt"/>
              <a:buAutoNum type="arabicPeriod"/>
            </a:pPr>
            <a:r>
              <a:rPr lang="en-US" b="1" dirty="0"/>
              <a:t>Integration with Many Data Sources</a:t>
            </a:r>
            <a:r>
              <a:rPr lang="en-US" dirty="0"/>
              <a:t>: Tableau can connect to multiple data sources like SQL, Google Analytics, and Excel, making it versatile for a wide range of data integration needs.</a:t>
            </a:r>
          </a:p>
          <a:p>
            <a:pPr>
              <a:buNone/>
            </a:pPr>
            <a:r>
              <a:rPr lang="en-US" b="1" dirty="0"/>
              <a:t>Disadvantages of Tableau:</a:t>
            </a:r>
          </a:p>
          <a:p>
            <a:pPr>
              <a:buFont typeface="+mj-lt"/>
              <a:buAutoNum type="arabicPeriod"/>
            </a:pPr>
            <a:r>
              <a:rPr lang="en-US" b="1" dirty="0"/>
              <a:t>Costly</a:t>
            </a:r>
            <a:r>
              <a:rPr lang="en-US" dirty="0"/>
              <a:t>: Tableau’s pricing can be expensive, particularly for large organizations or when advanced features are needed.</a:t>
            </a:r>
          </a:p>
          <a:p>
            <a:pPr>
              <a:buFont typeface="+mj-lt"/>
              <a:buAutoNum type="arabicPeriod"/>
            </a:pPr>
            <a:r>
              <a:rPr lang="en-US" b="1" dirty="0"/>
              <a:t>Requires Powerful Hardware</a:t>
            </a:r>
            <a:r>
              <a:rPr lang="en-US" dirty="0"/>
              <a:t>: For handling large datasets, Tableau requires a computer with powerful hardware to ensure smooth performance, especially with more complex visualizations.</a:t>
            </a:r>
          </a:p>
          <a:p>
            <a:pPr>
              <a:buFont typeface="+mj-lt"/>
              <a:buAutoNum type="arabicPeriod"/>
            </a:pPr>
            <a:r>
              <a:rPr lang="en-US" b="1" dirty="0"/>
              <a:t>Complexity for Beginners</a:t>
            </a:r>
            <a:r>
              <a:rPr lang="en-US" dirty="0"/>
              <a:t>: While the interface is user-friendly, advanced features and the full potential of Tableau may take time to master, which could be challenging for new users.</a:t>
            </a:r>
          </a:p>
          <a:p>
            <a:pPr>
              <a:buFont typeface="+mj-lt"/>
              <a:buAutoNum type="arabicPeriod"/>
            </a:pPr>
            <a:r>
              <a:rPr lang="en-US" b="1" dirty="0"/>
              <a:t>Limited to Desktop</a:t>
            </a:r>
            <a:r>
              <a:rPr lang="en-US" dirty="0"/>
              <a:t>: Although Tableau offers a cloud version, the desktop version is more restrictive for large teams or enterprises unless they opt for the enterprise version.</a:t>
            </a:r>
          </a:p>
        </p:txBody>
      </p:sp>
      <p:sp>
        <p:nvSpPr>
          <p:cNvPr id="4" name="Slide Number Placeholder 3">
            <a:extLst>
              <a:ext uri="{FF2B5EF4-FFF2-40B4-BE49-F238E27FC236}">
                <a16:creationId xmlns:a16="http://schemas.microsoft.com/office/drawing/2014/main" id="{E17FE9F6-475E-AFBD-9B10-75A1DB73AC4C}"/>
              </a:ext>
            </a:extLst>
          </p:cNvPr>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53658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Power BI and Tableau are both powerful data visualization tools, but they cater to different audiences. Power BI is well-suited for smaller organizations and businesses already using Microsoft products like Excel and Azure. It is more cost-effective and easier for beginners. In contrast, Tableau is better suited for larger enterprises with complex data needs. It excels in creating advanced visualizations and handling large datasets efficiently.</a:t>
            </a:r>
          </a:p>
          <a:p>
            <a:pPr>
              <a:buNone/>
            </a:pPr>
            <a:r>
              <a:rPr lang="en-US" b="1" dirty="0"/>
              <a:t>Cost Considerations</a:t>
            </a:r>
          </a:p>
          <a:p>
            <a:pPr>
              <a:buNone/>
            </a:pPr>
            <a:r>
              <a:rPr lang="en-US" dirty="0"/>
              <a:t>One key difference between Power BI and Tableau is the cost. Power BI is more affordable, especially for small and medium-sized businesses, with a free version available. Tableau, on the other hand, is more expensive, especially when purchasing the enterprise version with advanced features for large teams.</a:t>
            </a:r>
          </a:p>
          <a:p>
            <a:pPr>
              <a:buNone/>
            </a:pPr>
            <a:r>
              <a:rPr lang="en-US" b="1" dirty="0"/>
              <a:t>Ease of Use</a:t>
            </a:r>
          </a:p>
          <a:p>
            <a:pPr>
              <a:buNone/>
            </a:pPr>
            <a:r>
              <a:rPr lang="en-US" dirty="0"/>
              <a:t>Power BI is generally easier for beginners due to its user-friendly interface, making it a good starting point for organizations new to business intelligence tools. Tableau, while easy to use for basic features, offers more advanced functionalities that take longer to learn, making it a better fit for users with more technical expertise.</a:t>
            </a:r>
          </a:p>
          <a:p>
            <a:pPr>
              <a:buNone/>
            </a:pPr>
            <a:r>
              <a:rPr lang="en-US" b="1" dirty="0"/>
              <a:t>Data Handling and Integration</a:t>
            </a:r>
          </a:p>
          <a:p>
            <a:pPr>
              <a:buNone/>
            </a:pPr>
            <a:r>
              <a:rPr lang="en-US" dirty="0"/>
              <a:t>Tableau is known for its ability to handle large datasets and produce sophisticated visualizations. It integrates well with a variety of data sources, making it ideal for enterprises with big data. Power BI is highly integrated with Microsoft tools, making it the best choice for organizations already using products like Excel and SharePoint.</a:t>
            </a:r>
          </a:p>
          <a:p>
            <a:pPr>
              <a:buNone/>
            </a:pPr>
            <a:r>
              <a:rPr lang="en-US" b="1" dirty="0"/>
              <a:t>Real-Time Data and Customization</a:t>
            </a:r>
          </a:p>
          <a:p>
            <a:r>
              <a:rPr lang="en-US" dirty="0"/>
              <a:t>Both Power BI and Tableau allow users to access and analyze real-time data. However, Tableau leads in terms of creating highly customized and interactive visualizations. Power BI also offers customization but is often more streamlined for users seeking straightforward, practical reports and dashboards.</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4" y="2483382"/>
            <a:ext cx="6623109"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 Visualization Tools</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FB58811-47EC-A017-47DE-8742B02062FA}"/>
              </a:ext>
            </a:extLst>
          </p:cNvPr>
          <p:cNvSpPr/>
          <p:nvPr/>
        </p:nvSpPr>
        <p:spPr>
          <a:xfrm>
            <a:off x="2440338" y="0"/>
            <a:ext cx="9751662"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Power BI</a:t>
            </a:r>
          </a:p>
        </p:txBody>
      </p:sp>
      <p:sp>
        <p:nvSpPr>
          <p:cNvPr id="3" name="TextBox 2">
            <a:extLst>
              <a:ext uri="{FF2B5EF4-FFF2-40B4-BE49-F238E27FC236}">
                <a16:creationId xmlns:a16="http://schemas.microsoft.com/office/drawing/2014/main" id="{B60E1C23-960A-31EC-6AAD-2AD005EF6949}"/>
              </a:ext>
            </a:extLst>
          </p:cNvPr>
          <p:cNvSpPr txBox="1"/>
          <p:nvPr/>
        </p:nvSpPr>
        <p:spPr>
          <a:xfrm>
            <a:off x="357808" y="1054961"/>
            <a:ext cx="11322657" cy="923330"/>
          </a:xfrm>
          <a:prstGeom prst="rect">
            <a:avLst/>
          </a:prstGeom>
          <a:noFill/>
        </p:spPr>
        <p:txBody>
          <a:bodyPr wrap="square">
            <a:spAutoFit/>
          </a:bodyPr>
          <a:lstStyle/>
          <a:p>
            <a:pPr algn="just"/>
            <a:r>
              <a:rPr lang="en-US" dirty="0"/>
              <a:t>Power BI is a </a:t>
            </a:r>
            <a:r>
              <a:rPr lang="en-US" b="1" dirty="0"/>
              <a:t>business analytics tool </a:t>
            </a:r>
            <a:r>
              <a:rPr lang="en-US" dirty="0"/>
              <a:t>developed by Microsoft. It enables users to </a:t>
            </a:r>
            <a:r>
              <a:rPr lang="en-US" b="1" dirty="0"/>
              <a:t>visualize data, share insights across an organization, or embed them in an app or website. </a:t>
            </a:r>
            <a:r>
              <a:rPr lang="en-US" dirty="0"/>
              <a:t>Provides interactive </a:t>
            </a:r>
            <a:r>
              <a:rPr lang="en-US" b="1" dirty="0"/>
              <a:t>reports and dashboards, </a:t>
            </a:r>
            <a:r>
              <a:rPr lang="en-US" dirty="0"/>
              <a:t>which can be used for business intelligence.</a:t>
            </a:r>
          </a:p>
        </p:txBody>
      </p:sp>
      <p:pic>
        <p:nvPicPr>
          <p:cNvPr id="1042" name="Picture 18" descr="How to Display Power BI on a TV or Screen | OptiSigns">
            <a:extLst>
              <a:ext uri="{FF2B5EF4-FFF2-40B4-BE49-F238E27FC236}">
                <a16:creationId xmlns:a16="http://schemas.microsoft.com/office/drawing/2014/main" id="{AF620546-15CA-6797-2BB7-6AE2C79DEC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63" y="65059"/>
            <a:ext cx="2352875" cy="62283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06AD09AA-FABF-52ED-E4D0-801EDAEBA2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35" t="29409" r="51731" b="10583"/>
          <a:stretch/>
        </p:blipFill>
        <p:spPr bwMode="auto">
          <a:xfrm>
            <a:off x="993871" y="2228000"/>
            <a:ext cx="4044647" cy="4294749"/>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05508F6C-F934-DB2B-8E6C-80F35D7A008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1195"/>
          <a:stretch/>
        </p:blipFill>
        <p:spPr bwMode="auto">
          <a:xfrm>
            <a:off x="5966999" y="1978291"/>
            <a:ext cx="4211158" cy="4544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932BA-F016-FBD7-F0BF-01EB600B082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01FA17B-5252-281E-BC81-03F890C6007C}"/>
              </a:ext>
            </a:extLst>
          </p:cNvPr>
          <p:cNvSpPr/>
          <p:nvPr/>
        </p:nvSpPr>
        <p:spPr>
          <a:xfrm>
            <a:off x="3053301" y="0"/>
            <a:ext cx="9138698"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Tableau</a:t>
            </a:r>
          </a:p>
        </p:txBody>
      </p:sp>
      <p:sp>
        <p:nvSpPr>
          <p:cNvPr id="3" name="TextBox 2">
            <a:extLst>
              <a:ext uri="{FF2B5EF4-FFF2-40B4-BE49-F238E27FC236}">
                <a16:creationId xmlns:a16="http://schemas.microsoft.com/office/drawing/2014/main" id="{4BDC3527-DB55-0859-66BB-A4285BEE488A}"/>
              </a:ext>
            </a:extLst>
          </p:cNvPr>
          <p:cNvSpPr txBox="1"/>
          <p:nvPr/>
        </p:nvSpPr>
        <p:spPr>
          <a:xfrm>
            <a:off x="333954" y="919789"/>
            <a:ext cx="11322657" cy="923330"/>
          </a:xfrm>
          <a:prstGeom prst="rect">
            <a:avLst/>
          </a:prstGeom>
          <a:noFill/>
        </p:spPr>
        <p:txBody>
          <a:bodyPr wrap="square">
            <a:spAutoFit/>
          </a:bodyPr>
          <a:lstStyle/>
          <a:p>
            <a:pPr algn="just"/>
            <a:r>
              <a:rPr lang="en-US" dirty="0"/>
              <a:t>Tableau is a data visualization tool that helps people see and understand their data. It allows users to create </a:t>
            </a:r>
            <a:r>
              <a:rPr lang="en-US" b="1" dirty="0"/>
              <a:t>dashboards, graphs, and charts for data analysis and decision-making</a:t>
            </a:r>
            <a:r>
              <a:rPr lang="en-US" dirty="0"/>
              <a:t>. It can </a:t>
            </a:r>
            <a:r>
              <a:rPr lang="en-US" b="1" dirty="0"/>
              <a:t>connect to various data sources </a:t>
            </a:r>
            <a:r>
              <a:rPr lang="en-US" dirty="0"/>
              <a:t>and create </a:t>
            </a:r>
            <a:r>
              <a:rPr lang="en-US" b="1" dirty="0"/>
              <a:t>stunning visualizations </a:t>
            </a:r>
            <a:r>
              <a:rPr lang="en-US" dirty="0"/>
              <a:t>from a wide range of datasets.</a:t>
            </a:r>
          </a:p>
        </p:txBody>
      </p:sp>
      <p:pic>
        <p:nvPicPr>
          <p:cNvPr id="2064" name="Picture 16" descr="Tableau Desktop Review | PCMag">
            <a:extLst>
              <a:ext uri="{FF2B5EF4-FFF2-40B4-BE49-F238E27FC236}">
                <a16:creationId xmlns:a16="http://schemas.microsoft.com/office/drawing/2014/main" id="{0F209903-8760-C252-2E54-CFB8E25A294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237" b="31458"/>
          <a:stretch/>
        </p:blipFill>
        <p:spPr bwMode="auto">
          <a:xfrm>
            <a:off x="95415" y="-1"/>
            <a:ext cx="2886572" cy="687897"/>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a:extLst>
              <a:ext uri="{FF2B5EF4-FFF2-40B4-BE49-F238E27FC236}">
                <a16:creationId xmlns:a16="http://schemas.microsoft.com/office/drawing/2014/main" id="{459D2456-0279-628D-32A0-2B4308F80F8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9098" r="50000" b="9596"/>
          <a:stretch/>
        </p:blipFill>
        <p:spPr bwMode="auto">
          <a:xfrm>
            <a:off x="535389" y="1843119"/>
            <a:ext cx="4707048" cy="4680263"/>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B7EF53E2-AA79-9A34-3B43-9AC7048E8D5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0285"/>
          <a:stretch/>
        </p:blipFill>
        <p:spPr bwMode="auto">
          <a:xfrm>
            <a:off x="5655657" y="1717481"/>
            <a:ext cx="4660437" cy="5080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242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3078" name="Picture 6">
            <a:extLst>
              <a:ext uri="{FF2B5EF4-FFF2-40B4-BE49-F238E27FC236}">
                <a16:creationId xmlns:a16="http://schemas.microsoft.com/office/drawing/2014/main" id="{12339562-5F1F-D2EF-E565-A53860ABA5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709"/>
          <a:stretch/>
        </p:blipFill>
        <p:spPr bwMode="auto">
          <a:xfrm>
            <a:off x="968671" y="771275"/>
            <a:ext cx="10254657" cy="6245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1570</TotalTime>
  <Words>1292</Words>
  <Application>Microsoft Office PowerPoint</Application>
  <PresentationFormat>Widescreen</PresentationFormat>
  <Paragraphs>49</Paragraphs>
  <Slides>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32</cp:revision>
  <dcterms:created xsi:type="dcterms:W3CDTF">2025-03-28T13:19:12Z</dcterms:created>
  <dcterms:modified xsi:type="dcterms:W3CDTF">2025-03-30T10:38:43Z</dcterms:modified>
</cp:coreProperties>
</file>